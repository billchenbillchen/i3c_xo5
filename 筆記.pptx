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3" autoAdjust="0"/>
    <p:restoredTop sz="94660"/>
  </p:normalViewPr>
  <p:slideViewPr>
    <p:cSldViewPr snapToGrid="0">
      <p:cViewPr>
        <p:scale>
          <a:sx n="125" d="100"/>
          <a:sy n="125" d="100"/>
        </p:scale>
        <p:origin x="-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54EE9D-08CB-43F0-9C20-5D930E94E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A9F9EEC-36B0-405E-A305-E30C5AD33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9CFC09-50C6-4223-AF3A-EC047CC0A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29CC-1AA9-4ECF-B273-7E873CB6AA7D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C9B4AE-2DDB-433E-959D-53E919A45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22099F-C0B6-49D4-87CC-AC4BD4D5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C240-1386-44AB-BCA8-BA6DEEF2DC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7477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6D9621-7B24-4DD5-B7CB-700501BFA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8B0390-5414-4B98-97FE-F7F061614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6C4426-4184-4958-BB90-3AD9FA34E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29CC-1AA9-4ECF-B273-7E873CB6AA7D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0AD9B0-9055-4DF8-BBF0-7B7B784D0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1D18BB-DA31-41B2-B9F5-8E2AD524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C240-1386-44AB-BCA8-BA6DEEF2DC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689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CC45AE-8D6C-4CDD-BAA6-FE71197CE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1F9D4BC-6299-4BB1-BA0C-EB78C5303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CFF0E3-B884-4FA1-95ED-C0B9F068A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29CC-1AA9-4ECF-B273-7E873CB6AA7D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F5394F-E1DC-4B68-844A-ADCA78835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75913B-5467-4522-B0CE-55475EF47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C240-1386-44AB-BCA8-BA6DEEF2DC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252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3C93D4-B2C7-44F4-A009-0ACC93B4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85CCAA-4474-489A-AD9A-547A2A70C1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84FFF8B-9DDF-486A-9DA3-4F9DD6CA9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614C1AA-1794-4A46-ABAB-011CC716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29CC-1AA9-4ECF-B273-7E873CB6AA7D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38551F9-0EC0-43C2-A48C-954A8DE0F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86ED2B9-8940-4723-974D-38F640A05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C240-1386-44AB-BCA8-BA6DEEF2DC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6292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FB7C13-4A22-4D63-A7C6-895D9EA39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D09FAE2-6857-45B6-81FF-A3C09C5DC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FBFB6D6-2F99-4B30-95E5-46A459459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AD67602-23D5-4C19-8A4B-5225F88210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E1AB361-F16E-4A4D-8021-A0EA4F391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579A9FC-54A8-4A9F-B01D-3544651AF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29CC-1AA9-4ECF-B273-7E873CB6AA7D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BB8DBBC-9D7E-4C6C-B4BF-190FD702E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86C7817-B303-4B6A-8CA6-01D4A9060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C240-1386-44AB-BCA8-BA6DEEF2DC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9018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FBE758-03D5-4F55-A3A6-388CF8CC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225A46E-0DBF-4387-9B9E-4F8C7F8E8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29CC-1AA9-4ECF-B273-7E873CB6AA7D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136EBC1-0621-4EA4-85CA-3765DE73A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7AF3D4D-53DC-4BC9-BFDC-8956EBC98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C240-1386-44AB-BCA8-BA6DEEF2DC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69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3F675E8-6D8F-45AE-9A09-5189BEEBE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29CC-1AA9-4ECF-B273-7E873CB6AA7D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8C14C20-0296-4E6C-9A49-8C2CC7BA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221917-FBB4-4774-8153-8025C287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C240-1386-44AB-BCA8-BA6DEEF2DC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0041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1837C0-E059-4D50-9EBE-AF6468D34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49CD5E-C400-478D-9CD4-7C4BEE601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A910A78-61A3-42EB-A93A-952FB4997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D56412-E0E4-479D-9FE1-E8AD44F57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29CC-1AA9-4ECF-B273-7E873CB6AA7D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429C01B-894F-4FBF-8BC1-F54C19EF1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D094694-5CEF-459B-B320-54DFB89F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C240-1386-44AB-BCA8-BA6DEEF2DC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973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FC8A71-909D-4B1F-B4DD-4C4B8BEC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FADA043-C2BC-4F34-9EF4-0D6EC54062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CE27277-F741-476E-9F29-874F59AE0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63C4A2C-2288-4E1F-8D9F-85734D14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29CC-1AA9-4ECF-B273-7E873CB6AA7D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B668441-D705-4137-9C28-D579AD2BE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33913B-B9C0-4BAD-BF07-65EE2882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C240-1386-44AB-BCA8-BA6DEEF2DC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70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0F5EF-B522-4478-8346-88D8C7FF9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DD5558F-C28E-4B1D-89D4-7EC319D9B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E5B38A-F8D9-4A46-9721-07B481BC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29CC-1AA9-4ECF-B273-7E873CB6AA7D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B7C811-308B-46A1-8704-1DC27A106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A2F01FA-F409-466D-91C3-3DEA2A670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C240-1386-44AB-BCA8-BA6DEEF2DC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5753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2E56F59-3116-4B27-8B4A-8AC0EDD3DF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D0D09AC-0FCB-4B32-9924-7F70078C4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4C597C-F393-4902-87BB-6E910A37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29CC-1AA9-4ECF-B273-7E873CB6AA7D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825DE2-5624-48F8-9491-E66F653E3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AE6B61-32FC-4F42-B62D-59551EF47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C240-1386-44AB-BCA8-BA6DEEF2DC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457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FF5524C-79D4-4211-9F1C-BAFF08CD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60F2CA-01AC-42FA-8DA5-D64F4E10B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61C32A-32FF-4EAC-9E00-8AA531EA36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429CC-1AA9-4ECF-B273-7E873CB6AA7D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A83B58-B16B-4618-B833-355153372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63EEED-EC77-4034-8E6B-266329056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7C240-1386-44AB-BCA8-BA6DEEF2DC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9063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BF8AFAE5-92B8-4B71-96F8-22A31FBB6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23" y="0"/>
            <a:ext cx="11320153" cy="68580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EE1B2B1-7458-4BE1-A5FF-FEDE81A7A3D8}"/>
              </a:ext>
            </a:extLst>
          </p:cNvPr>
          <p:cNvSpPr txBox="1"/>
          <p:nvPr/>
        </p:nvSpPr>
        <p:spPr>
          <a:xfrm>
            <a:off x="3926541" y="1882588"/>
            <a:ext cx="613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start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9008737-76A8-4588-895F-8A73615A1EF6}"/>
              </a:ext>
            </a:extLst>
          </p:cNvPr>
          <p:cNvSpPr txBox="1"/>
          <p:nvPr/>
        </p:nvSpPr>
        <p:spPr>
          <a:xfrm>
            <a:off x="6455750" y="2814132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7’h7E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744681D8-4402-455C-813F-73F0920529D5}"/>
              </a:ext>
            </a:extLst>
          </p:cNvPr>
          <p:cNvCxnSpPr>
            <a:cxnSpLocks/>
          </p:cNvCxnSpPr>
          <p:nvPr/>
        </p:nvCxnSpPr>
        <p:spPr>
          <a:xfrm>
            <a:off x="4540235" y="2778023"/>
            <a:ext cx="3935783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11A6E58-0D24-4DF3-811F-D2FBD2AA51D2}"/>
              </a:ext>
            </a:extLst>
          </p:cNvPr>
          <p:cNvSpPr txBox="1"/>
          <p:nvPr/>
        </p:nvSpPr>
        <p:spPr>
          <a:xfrm>
            <a:off x="8879540" y="4805082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ack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82A5D6B-26EA-4F03-B612-3004AE2A9F21}"/>
              </a:ext>
            </a:extLst>
          </p:cNvPr>
          <p:cNvSpPr txBox="1"/>
          <p:nvPr/>
        </p:nvSpPr>
        <p:spPr>
          <a:xfrm>
            <a:off x="9489139" y="741082"/>
            <a:ext cx="1386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ENTDAA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CCC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05E9A51-2094-4250-9594-FAADE7103AF0}"/>
              </a:ext>
            </a:extLst>
          </p:cNvPr>
          <p:cNvSpPr txBox="1"/>
          <p:nvPr/>
        </p:nvSpPr>
        <p:spPr>
          <a:xfrm>
            <a:off x="7190296" y="5932252"/>
            <a:ext cx="4372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ENTDAA: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Enter Dynamic Address assignment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252233F6-F9B1-46ED-915E-1D75D999B7CA}"/>
              </a:ext>
            </a:extLst>
          </p:cNvPr>
          <p:cNvCxnSpPr>
            <a:cxnSpLocks/>
          </p:cNvCxnSpPr>
          <p:nvPr/>
        </p:nvCxnSpPr>
        <p:spPr>
          <a:xfrm>
            <a:off x="4800600" y="1476402"/>
            <a:ext cx="0" cy="1301621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71E836B8-B424-4806-9ABE-0C8CDDBC0A33}"/>
              </a:ext>
            </a:extLst>
          </p:cNvPr>
          <p:cNvCxnSpPr>
            <a:cxnSpLocks/>
          </p:cNvCxnSpPr>
          <p:nvPr/>
        </p:nvCxnSpPr>
        <p:spPr>
          <a:xfrm>
            <a:off x="5359400" y="1479603"/>
            <a:ext cx="0" cy="1235263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D5CCAD78-8BE2-4B34-AFB9-42E84071D557}"/>
              </a:ext>
            </a:extLst>
          </p:cNvPr>
          <p:cNvCxnSpPr>
            <a:cxnSpLocks/>
          </p:cNvCxnSpPr>
          <p:nvPr/>
        </p:nvCxnSpPr>
        <p:spPr>
          <a:xfrm>
            <a:off x="5901267" y="1473201"/>
            <a:ext cx="0" cy="1304822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AB408B7A-5CE9-43A0-9D33-32E999915DB2}"/>
              </a:ext>
            </a:extLst>
          </p:cNvPr>
          <p:cNvCxnSpPr>
            <a:cxnSpLocks/>
          </p:cNvCxnSpPr>
          <p:nvPr/>
        </p:nvCxnSpPr>
        <p:spPr>
          <a:xfrm>
            <a:off x="6460067" y="1476402"/>
            <a:ext cx="0" cy="1301621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889896C4-11C1-406A-92F4-299D23893A51}"/>
              </a:ext>
            </a:extLst>
          </p:cNvPr>
          <p:cNvCxnSpPr>
            <a:cxnSpLocks/>
          </p:cNvCxnSpPr>
          <p:nvPr/>
        </p:nvCxnSpPr>
        <p:spPr>
          <a:xfrm>
            <a:off x="7054614" y="1477789"/>
            <a:ext cx="0" cy="1300234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2ED96BCF-7554-47F2-8FB1-152E802409A3}"/>
              </a:ext>
            </a:extLst>
          </p:cNvPr>
          <p:cNvCxnSpPr>
            <a:cxnSpLocks/>
          </p:cNvCxnSpPr>
          <p:nvPr/>
        </p:nvCxnSpPr>
        <p:spPr>
          <a:xfrm>
            <a:off x="7604947" y="1479603"/>
            <a:ext cx="0" cy="1298420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96E680F-FF29-442E-A8AB-9D183CB1D360}"/>
              </a:ext>
            </a:extLst>
          </p:cNvPr>
          <p:cNvCxnSpPr>
            <a:cxnSpLocks/>
          </p:cNvCxnSpPr>
          <p:nvPr/>
        </p:nvCxnSpPr>
        <p:spPr>
          <a:xfrm>
            <a:off x="8163748" y="1479603"/>
            <a:ext cx="0" cy="1310089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7E77F046-984F-4853-9D75-752C0E3805E7}"/>
              </a:ext>
            </a:extLst>
          </p:cNvPr>
          <p:cNvCxnSpPr>
            <a:cxnSpLocks/>
          </p:cNvCxnSpPr>
          <p:nvPr/>
        </p:nvCxnSpPr>
        <p:spPr>
          <a:xfrm>
            <a:off x="9321800" y="2021718"/>
            <a:ext cx="74447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7A6BBD5-5082-416B-A57E-01D392CAAD3E}"/>
              </a:ext>
            </a:extLst>
          </p:cNvPr>
          <p:cNvSpPr txBox="1"/>
          <p:nvPr/>
        </p:nvSpPr>
        <p:spPr>
          <a:xfrm>
            <a:off x="9351012" y="1984684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8’h07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3301E517-E1A7-4BD6-B7FF-C33AFCBBCBC3}"/>
              </a:ext>
            </a:extLst>
          </p:cNvPr>
          <p:cNvSpPr txBox="1"/>
          <p:nvPr/>
        </p:nvSpPr>
        <p:spPr>
          <a:xfrm>
            <a:off x="9629364" y="2345534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T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bit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33355596-0CCB-487D-B4B1-F525DA26FE1A}"/>
              </a:ext>
            </a:extLst>
          </p:cNvPr>
          <p:cNvCxnSpPr>
            <a:cxnSpLocks/>
          </p:cNvCxnSpPr>
          <p:nvPr/>
        </p:nvCxnSpPr>
        <p:spPr>
          <a:xfrm>
            <a:off x="10954593" y="2317918"/>
            <a:ext cx="18013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A3D4CCC1-69C4-489B-8876-E3D5C668E85C}"/>
              </a:ext>
            </a:extLst>
          </p:cNvPr>
          <p:cNvSpPr txBox="1"/>
          <p:nvPr/>
        </p:nvSpPr>
        <p:spPr>
          <a:xfrm>
            <a:off x="10834001" y="2432029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T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bit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08983DFA-175D-48D4-AA19-19DEEAE5231C}"/>
              </a:ext>
            </a:extLst>
          </p:cNvPr>
          <p:cNvCxnSpPr>
            <a:cxnSpLocks/>
          </p:cNvCxnSpPr>
          <p:nvPr/>
        </p:nvCxnSpPr>
        <p:spPr>
          <a:xfrm>
            <a:off x="10297504" y="2021718"/>
            <a:ext cx="626318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51C916-467E-4A57-AF2A-22B5558877D4}"/>
              </a:ext>
            </a:extLst>
          </p:cNvPr>
          <p:cNvCxnSpPr>
            <a:cxnSpLocks/>
          </p:cNvCxnSpPr>
          <p:nvPr/>
        </p:nvCxnSpPr>
        <p:spPr>
          <a:xfrm>
            <a:off x="10066272" y="2051067"/>
            <a:ext cx="0" cy="302949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58EE97D-7888-4A63-AE93-63D655CFC761}"/>
              </a:ext>
            </a:extLst>
          </p:cNvPr>
          <p:cNvCxnSpPr>
            <a:cxnSpLocks/>
          </p:cNvCxnSpPr>
          <p:nvPr/>
        </p:nvCxnSpPr>
        <p:spPr>
          <a:xfrm>
            <a:off x="10155172" y="2051066"/>
            <a:ext cx="0" cy="302949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F4762685-38A7-435C-BF55-6C2D12C86075}"/>
              </a:ext>
            </a:extLst>
          </p:cNvPr>
          <p:cNvCxnSpPr>
            <a:cxnSpLocks/>
          </p:cNvCxnSpPr>
          <p:nvPr/>
        </p:nvCxnSpPr>
        <p:spPr>
          <a:xfrm>
            <a:off x="10297504" y="2051066"/>
            <a:ext cx="0" cy="302949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E0313252-1682-48F2-BBA2-2D31D065705C}"/>
              </a:ext>
            </a:extLst>
          </p:cNvPr>
          <p:cNvSpPr txBox="1"/>
          <p:nvPr/>
        </p:nvSpPr>
        <p:spPr>
          <a:xfrm>
            <a:off x="10066272" y="2616695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Sr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49023E27-915A-429D-93DF-94BF81CC1B43}"/>
              </a:ext>
            </a:extLst>
          </p:cNvPr>
          <p:cNvSpPr txBox="1"/>
          <p:nvPr/>
        </p:nvSpPr>
        <p:spPr>
          <a:xfrm>
            <a:off x="10253302" y="2005642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7’h7E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19862B6F-F18C-4339-8232-28D6B6CF3BFF}"/>
              </a:ext>
            </a:extLst>
          </p:cNvPr>
          <p:cNvCxnSpPr>
            <a:cxnSpLocks/>
          </p:cNvCxnSpPr>
          <p:nvPr/>
        </p:nvCxnSpPr>
        <p:spPr>
          <a:xfrm>
            <a:off x="8476018" y="2789692"/>
            <a:ext cx="66523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A32FEABE-F5F6-4BE9-89C2-C11E20C97F11}"/>
              </a:ext>
            </a:extLst>
          </p:cNvPr>
          <p:cNvSpPr txBox="1"/>
          <p:nvPr/>
        </p:nvSpPr>
        <p:spPr>
          <a:xfrm>
            <a:off x="8476018" y="2799280"/>
            <a:ext cx="672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write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770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509400-F03D-472D-86B8-7E5277357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PID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1726FB-B052-4CF6-A436-50F372367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0983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3C9F384-38A0-4445-8271-1B2E318C8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598"/>
            <a:ext cx="12192000" cy="601280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5E1EEA1-D461-4E92-BB44-6E4CDEA771A5}"/>
              </a:ext>
            </a:extLst>
          </p:cNvPr>
          <p:cNvSpPr txBox="1"/>
          <p:nvPr/>
        </p:nvSpPr>
        <p:spPr>
          <a:xfrm>
            <a:off x="4493247" y="2812142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7’h20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F43DD268-536C-454F-A98F-0EC1488A0B07}"/>
              </a:ext>
            </a:extLst>
          </p:cNvPr>
          <p:cNvCxnSpPr>
            <a:cxnSpLocks/>
          </p:cNvCxnSpPr>
          <p:nvPr/>
        </p:nvCxnSpPr>
        <p:spPr>
          <a:xfrm>
            <a:off x="3515948" y="2802554"/>
            <a:ext cx="246735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03CD07C-04B4-4914-8700-E828266CD6FC}"/>
              </a:ext>
            </a:extLst>
          </p:cNvPr>
          <p:cNvSpPr txBox="1"/>
          <p:nvPr/>
        </p:nvSpPr>
        <p:spPr>
          <a:xfrm>
            <a:off x="6181024" y="455957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ack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1FA3D68F-0484-4000-A26F-55BAD3DFD47F}"/>
              </a:ext>
            </a:extLst>
          </p:cNvPr>
          <p:cNvCxnSpPr>
            <a:cxnSpLocks/>
          </p:cNvCxnSpPr>
          <p:nvPr/>
        </p:nvCxnSpPr>
        <p:spPr>
          <a:xfrm>
            <a:off x="6429650" y="1295117"/>
            <a:ext cx="567826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441BB48-B12E-426B-AE87-63DC0248537A}"/>
              </a:ext>
            </a:extLst>
          </p:cNvPr>
          <p:cNvSpPr txBox="1"/>
          <p:nvPr/>
        </p:nvSpPr>
        <p:spPr>
          <a:xfrm>
            <a:off x="8747310" y="925785"/>
            <a:ext cx="924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payload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1C98610-4FA0-4E12-94C3-6CEAF11F4D20}"/>
              </a:ext>
            </a:extLst>
          </p:cNvPr>
          <p:cNvCxnSpPr>
            <a:cxnSpLocks/>
          </p:cNvCxnSpPr>
          <p:nvPr/>
        </p:nvCxnSpPr>
        <p:spPr>
          <a:xfrm>
            <a:off x="6494669" y="1664449"/>
            <a:ext cx="515731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27607DF-486C-47CE-9761-5C0FCC1E90D0}"/>
              </a:ext>
            </a:extLst>
          </p:cNvPr>
          <p:cNvSpPr txBox="1"/>
          <p:nvPr/>
        </p:nvSpPr>
        <p:spPr>
          <a:xfrm>
            <a:off x="6429650" y="1277911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第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>
                <a:solidFill>
                  <a:srgbClr val="FF0000"/>
                </a:solidFill>
              </a:rPr>
              <a:t>筆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A0AC02CE-CCDE-4DB0-8DCF-441530BC962A}"/>
              </a:ext>
            </a:extLst>
          </p:cNvPr>
          <p:cNvCxnSpPr>
            <a:cxnSpLocks/>
          </p:cNvCxnSpPr>
          <p:nvPr/>
        </p:nvCxnSpPr>
        <p:spPr>
          <a:xfrm>
            <a:off x="7046011" y="2025178"/>
            <a:ext cx="515731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FA60C8A-74B5-4D63-8334-359750A17BF1}"/>
              </a:ext>
            </a:extLst>
          </p:cNvPr>
          <p:cNvSpPr txBox="1"/>
          <p:nvPr/>
        </p:nvSpPr>
        <p:spPr>
          <a:xfrm>
            <a:off x="6980992" y="1638640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第</a:t>
            </a:r>
            <a:r>
              <a:rPr lang="en-US" altLang="zh-TW" dirty="0">
                <a:solidFill>
                  <a:srgbClr val="FF0000"/>
                </a:solidFill>
              </a:rPr>
              <a:t>2</a:t>
            </a:r>
            <a:r>
              <a:rPr lang="zh-TW" altLang="en-US" dirty="0">
                <a:solidFill>
                  <a:srgbClr val="FF0000"/>
                </a:solidFill>
              </a:rPr>
              <a:t>筆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163E25E6-8903-4C8E-AD88-35656D713DC7}"/>
              </a:ext>
            </a:extLst>
          </p:cNvPr>
          <p:cNvCxnSpPr>
            <a:cxnSpLocks/>
          </p:cNvCxnSpPr>
          <p:nvPr/>
        </p:nvCxnSpPr>
        <p:spPr>
          <a:xfrm>
            <a:off x="7532334" y="2368700"/>
            <a:ext cx="515731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9F5AE08-A6B4-4AFA-9A99-95E578E732CC}"/>
              </a:ext>
            </a:extLst>
          </p:cNvPr>
          <p:cNvSpPr txBox="1"/>
          <p:nvPr/>
        </p:nvSpPr>
        <p:spPr>
          <a:xfrm>
            <a:off x="7467315" y="1982162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第</a:t>
            </a:r>
            <a:r>
              <a:rPr lang="en-US" altLang="zh-TW" dirty="0">
                <a:solidFill>
                  <a:srgbClr val="FF0000"/>
                </a:solidFill>
              </a:rPr>
              <a:t>3</a:t>
            </a:r>
            <a:r>
              <a:rPr lang="zh-TW" altLang="en-US" dirty="0">
                <a:solidFill>
                  <a:srgbClr val="FF0000"/>
                </a:solidFill>
              </a:rPr>
              <a:t>筆</a:t>
            </a:r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AB472568-26D5-4EA8-971A-ED287AEBDBF5}"/>
              </a:ext>
            </a:extLst>
          </p:cNvPr>
          <p:cNvCxnSpPr>
            <a:cxnSpLocks/>
          </p:cNvCxnSpPr>
          <p:nvPr/>
        </p:nvCxnSpPr>
        <p:spPr>
          <a:xfrm>
            <a:off x="5983305" y="2802554"/>
            <a:ext cx="328894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C4AFC9A-BC3F-4748-B2A9-EF9105FA0BD9}"/>
              </a:ext>
            </a:extLst>
          </p:cNvPr>
          <p:cNvSpPr txBox="1"/>
          <p:nvPr/>
        </p:nvSpPr>
        <p:spPr>
          <a:xfrm>
            <a:off x="5811409" y="2802554"/>
            <a:ext cx="672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write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662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75E9C7B-420E-4364-81B1-BACBDFE241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2069"/>
          <a:stretch/>
        </p:blipFill>
        <p:spPr>
          <a:xfrm>
            <a:off x="0" y="530282"/>
            <a:ext cx="12192000" cy="3358546"/>
          </a:xfrm>
          <a:prstGeom prst="rect">
            <a:avLst/>
          </a:prstGeom>
        </p:spPr>
      </p:pic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1C98610-4FA0-4E12-94C3-6CEAF11F4D20}"/>
              </a:ext>
            </a:extLst>
          </p:cNvPr>
          <p:cNvCxnSpPr>
            <a:cxnSpLocks/>
          </p:cNvCxnSpPr>
          <p:nvPr/>
        </p:nvCxnSpPr>
        <p:spPr>
          <a:xfrm>
            <a:off x="5286703" y="1964956"/>
            <a:ext cx="154999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27607DF-486C-47CE-9761-5C0FCC1E90D0}"/>
              </a:ext>
            </a:extLst>
          </p:cNvPr>
          <p:cNvSpPr txBox="1"/>
          <p:nvPr/>
        </p:nvSpPr>
        <p:spPr>
          <a:xfrm>
            <a:off x="4075489" y="1588357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第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>
                <a:solidFill>
                  <a:srgbClr val="FF0000"/>
                </a:solidFill>
              </a:rPr>
              <a:t>筆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A0AC02CE-CCDE-4DB0-8DCF-441530BC962A}"/>
              </a:ext>
            </a:extLst>
          </p:cNvPr>
          <p:cNvCxnSpPr>
            <a:cxnSpLocks/>
          </p:cNvCxnSpPr>
          <p:nvPr/>
        </p:nvCxnSpPr>
        <p:spPr>
          <a:xfrm>
            <a:off x="3674533" y="1964956"/>
            <a:ext cx="1612170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FA60C8A-74B5-4D63-8334-359750A17BF1}"/>
              </a:ext>
            </a:extLst>
          </p:cNvPr>
          <p:cNvSpPr txBox="1"/>
          <p:nvPr/>
        </p:nvSpPr>
        <p:spPr>
          <a:xfrm>
            <a:off x="5577689" y="1588357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第</a:t>
            </a:r>
            <a:r>
              <a:rPr lang="en-US" altLang="zh-TW" dirty="0">
                <a:solidFill>
                  <a:srgbClr val="FF0000"/>
                </a:solidFill>
              </a:rPr>
              <a:t>2</a:t>
            </a:r>
            <a:r>
              <a:rPr lang="zh-TW" altLang="en-US" dirty="0">
                <a:solidFill>
                  <a:srgbClr val="FF0000"/>
                </a:solidFill>
              </a:rPr>
              <a:t>筆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163E25E6-8903-4C8E-AD88-35656D713DC7}"/>
              </a:ext>
            </a:extLst>
          </p:cNvPr>
          <p:cNvCxnSpPr>
            <a:cxnSpLocks/>
          </p:cNvCxnSpPr>
          <p:nvPr/>
        </p:nvCxnSpPr>
        <p:spPr>
          <a:xfrm flipV="1">
            <a:off x="6836695" y="1964956"/>
            <a:ext cx="1502979" cy="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9F5AE08-A6B4-4AFA-9A99-95E578E732CC}"/>
              </a:ext>
            </a:extLst>
          </p:cNvPr>
          <p:cNvSpPr txBox="1"/>
          <p:nvPr/>
        </p:nvSpPr>
        <p:spPr>
          <a:xfrm>
            <a:off x="7206508" y="159562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第</a:t>
            </a:r>
            <a:r>
              <a:rPr lang="en-US" altLang="zh-TW" dirty="0">
                <a:solidFill>
                  <a:srgbClr val="FF0000"/>
                </a:solidFill>
              </a:rPr>
              <a:t>3</a:t>
            </a:r>
            <a:r>
              <a:rPr lang="zh-TW" altLang="en-US" dirty="0">
                <a:solidFill>
                  <a:srgbClr val="FF0000"/>
                </a:solidFill>
              </a:rPr>
              <a:t>筆</a:t>
            </a: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14A7F918-6254-435A-8F4F-8B8954D901B3}"/>
              </a:ext>
            </a:extLst>
          </p:cNvPr>
          <p:cNvCxnSpPr>
            <a:cxnSpLocks/>
          </p:cNvCxnSpPr>
          <p:nvPr/>
        </p:nvCxnSpPr>
        <p:spPr>
          <a:xfrm flipV="1">
            <a:off x="8374618" y="1964956"/>
            <a:ext cx="1502979" cy="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10B18EA-A29B-42C6-B5CB-C7ACAFE00560}"/>
              </a:ext>
            </a:extLst>
          </p:cNvPr>
          <p:cNvSpPr txBox="1"/>
          <p:nvPr/>
        </p:nvSpPr>
        <p:spPr>
          <a:xfrm>
            <a:off x="8744431" y="159562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第</a:t>
            </a:r>
            <a:r>
              <a:rPr lang="en-US" altLang="zh-TW" dirty="0">
                <a:solidFill>
                  <a:srgbClr val="FF0000"/>
                </a:solidFill>
              </a:rPr>
              <a:t>4</a:t>
            </a:r>
            <a:r>
              <a:rPr lang="zh-TW" altLang="en-US" dirty="0">
                <a:solidFill>
                  <a:srgbClr val="FF0000"/>
                </a:solidFill>
              </a:rPr>
              <a:t>筆</a:t>
            </a:r>
          </a:p>
        </p:txBody>
      </p:sp>
      <p:graphicFrame>
        <p:nvGraphicFramePr>
          <p:cNvPr id="29" name="表格 29">
            <a:extLst>
              <a:ext uri="{FF2B5EF4-FFF2-40B4-BE49-F238E27FC236}">
                <a16:creationId xmlns:a16="http://schemas.microsoft.com/office/drawing/2014/main" id="{7718342F-B3E3-4BB1-B3C8-6D9C477A1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397048"/>
              </p:ext>
            </p:extLst>
          </p:nvPr>
        </p:nvGraphicFramePr>
        <p:xfrm>
          <a:off x="130216" y="4072348"/>
          <a:ext cx="5331072" cy="1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024">
                  <a:extLst>
                    <a:ext uri="{9D8B030D-6E8A-4147-A177-3AD203B41FA5}">
                      <a16:colId xmlns:a16="http://schemas.microsoft.com/office/drawing/2014/main" val="957211337"/>
                    </a:ext>
                  </a:extLst>
                </a:gridCol>
                <a:gridCol w="1777024">
                  <a:extLst>
                    <a:ext uri="{9D8B030D-6E8A-4147-A177-3AD203B41FA5}">
                      <a16:colId xmlns:a16="http://schemas.microsoft.com/office/drawing/2014/main" val="1493952496"/>
                    </a:ext>
                  </a:extLst>
                </a:gridCol>
                <a:gridCol w="1777024">
                  <a:extLst>
                    <a:ext uri="{9D8B030D-6E8A-4147-A177-3AD203B41FA5}">
                      <a16:colId xmlns:a16="http://schemas.microsoft.com/office/drawing/2014/main" val="2477902610"/>
                    </a:ext>
                  </a:extLst>
                </a:gridCol>
              </a:tblGrid>
              <a:tr h="39842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第 </a:t>
                      </a:r>
                      <a:r>
                        <a:rPr lang="en-US" altLang="zh-TW" dirty="0"/>
                        <a:t>X </a:t>
                      </a:r>
                      <a:r>
                        <a:rPr lang="zh-TW" altLang="en-US" dirty="0"/>
                        <a:t>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數值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T-bit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50719"/>
                  </a:ext>
                </a:extLst>
              </a:tr>
              <a:tr h="3984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86916"/>
                  </a:ext>
                </a:extLst>
              </a:tr>
              <a:tr h="3984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702485"/>
                  </a:ext>
                </a:extLst>
              </a:tr>
              <a:tr h="3984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574209"/>
                  </a:ext>
                </a:extLst>
              </a:tr>
              <a:tr h="39842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652027"/>
                  </a:ext>
                </a:extLst>
              </a:tr>
            </a:tbl>
          </a:graphicData>
        </a:graphic>
      </p:graphicFrame>
      <p:sp>
        <p:nvSpPr>
          <p:cNvPr id="30" name="箭號: 迴轉箭號 29">
            <a:extLst>
              <a:ext uri="{FF2B5EF4-FFF2-40B4-BE49-F238E27FC236}">
                <a16:creationId xmlns:a16="http://schemas.microsoft.com/office/drawing/2014/main" id="{258386B9-6974-4828-9FF0-02D14731E10E}"/>
              </a:ext>
            </a:extLst>
          </p:cNvPr>
          <p:cNvSpPr/>
          <p:nvPr/>
        </p:nvSpPr>
        <p:spPr>
          <a:xfrm rot="10800000">
            <a:off x="2606566" y="6064468"/>
            <a:ext cx="6789682" cy="665458"/>
          </a:xfrm>
          <a:prstGeom prst="uturnArrow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F5C6EEE2-2809-44D8-BD0B-BC3FF6408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920" y="4526919"/>
            <a:ext cx="3833192" cy="998307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6823F132-B67D-41DA-824E-BE961E49E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920" y="5641468"/>
            <a:ext cx="6005080" cy="190517"/>
          </a:xfrm>
          <a:prstGeom prst="rect">
            <a:avLst/>
          </a:prstGeom>
        </p:spPr>
      </p:pic>
      <p:sp>
        <p:nvSpPr>
          <p:cNvPr id="35" name="文字方塊 34">
            <a:extLst>
              <a:ext uri="{FF2B5EF4-FFF2-40B4-BE49-F238E27FC236}">
                <a16:creationId xmlns:a16="http://schemas.microsoft.com/office/drawing/2014/main" id="{0E126575-E098-4346-A3E6-926083EB897F}"/>
              </a:ext>
            </a:extLst>
          </p:cNvPr>
          <p:cNvSpPr txBox="1"/>
          <p:nvPr/>
        </p:nvSpPr>
        <p:spPr>
          <a:xfrm>
            <a:off x="6186920" y="4072348"/>
            <a:ext cx="81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r>
              <a:rPr lang="zh-TW" altLang="en-US" dirty="0"/>
              <a:t> </a:t>
            </a:r>
            <a:r>
              <a:rPr lang="en-US" altLang="zh-TW" dirty="0"/>
              <a:t>code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75596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5EAA320-85E5-4CA6-92D4-DC8DE81FE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1188"/>
            <a:ext cx="12192000" cy="553562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F0419A5-59FC-4C89-8ABA-EB3F8309462B}"/>
              </a:ext>
            </a:extLst>
          </p:cNvPr>
          <p:cNvSpPr txBox="1"/>
          <p:nvPr/>
        </p:nvSpPr>
        <p:spPr>
          <a:xfrm>
            <a:off x="6353514" y="2414154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7’h20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E7634A80-E2B3-487B-8BB4-967ACF47B858}"/>
              </a:ext>
            </a:extLst>
          </p:cNvPr>
          <p:cNvCxnSpPr>
            <a:cxnSpLocks/>
          </p:cNvCxnSpPr>
          <p:nvPr/>
        </p:nvCxnSpPr>
        <p:spPr>
          <a:xfrm>
            <a:off x="3710346" y="2414154"/>
            <a:ext cx="528633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076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28B07AA-AA70-4D02-8422-9E47ECE9D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9767"/>
            <a:ext cx="12192000" cy="567846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5528585-551F-4D32-9DC5-799B39FA672A}"/>
              </a:ext>
            </a:extLst>
          </p:cNvPr>
          <p:cNvSpPr txBox="1"/>
          <p:nvPr/>
        </p:nvSpPr>
        <p:spPr>
          <a:xfrm>
            <a:off x="4592448" y="2558087"/>
            <a:ext cx="715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7’h20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B613F8F-1022-4D10-A15F-74441CA0151D}"/>
              </a:ext>
            </a:extLst>
          </p:cNvPr>
          <p:cNvCxnSpPr>
            <a:cxnSpLocks/>
          </p:cNvCxnSpPr>
          <p:nvPr/>
        </p:nvCxnSpPr>
        <p:spPr>
          <a:xfrm>
            <a:off x="3066880" y="2558087"/>
            <a:ext cx="3554053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E6A8F2FA-E41B-40EA-947E-2D53CE1F0741}"/>
              </a:ext>
            </a:extLst>
          </p:cNvPr>
          <p:cNvCxnSpPr>
            <a:cxnSpLocks/>
          </p:cNvCxnSpPr>
          <p:nvPr/>
        </p:nvCxnSpPr>
        <p:spPr>
          <a:xfrm>
            <a:off x="7448169" y="2240374"/>
            <a:ext cx="75920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B732201-D0F1-4C40-88E5-4AE352AFC208}"/>
              </a:ext>
            </a:extLst>
          </p:cNvPr>
          <p:cNvSpPr txBox="1"/>
          <p:nvPr/>
        </p:nvSpPr>
        <p:spPr>
          <a:xfrm>
            <a:off x="7444024" y="1837961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第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>
                <a:solidFill>
                  <a:srgbClr val="FF0000"/>
                </a:solidFill>
              </a:rPr>
              <a:t>筆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04F54AC-BC7D-49F6-80F3-B26852879A6E}"/>
              </a:ext>
            </a:extLst>
          </p:cNvPr>
          <p:cNvCxnSpPr>
            <a:cxnSpLocks/>
          </p:cNvCxnSpPr>
          <p:nvPr/>
        </p:nvCxnSpPr>
        <p:spPr>
          <a:xfrm>
            <a:off x="8211520" y="2319666"/>
            <a:ext cx="764205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12E6FEE-9DB0-48BC-B315-E0E5C59537F7}"/>
              </a:ext>
            </a:extLst>
          </p:cNvPr>
          <p:cNvSpPr txBox="1"/>
          <p:nvPr/>
        </p:nvSpPr>
        <p:spPr>
          <a:xfrm>
            <a:off x="8241751" y="1933128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第</a:t>
            </a:r>
            <a:r>
              <a:rPr lang="en-US" altLang="zh-TW" dirty="0">
                <a:solidFill>
                  <a:srgbClr val="FF0000"/>
                </a:solidFill>
              </a:rPr>
              <a:t>2</a:t>
            </a:r>
            <a:r>
              <a:rPr lang="zh-TW" altLang="en-US" dirty="0">
                <a:solidFill>
                  <a:srgbClr val="FF0000"/>
                </a:solidFill>
              </a:rPr>
              <a:t>筆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26FFCB96-A511-404A-983B-F29A6CE0C185}"/>
              </a:ext>
            </a:extLst>
          </p:cNvPr>
          <p:cNvCxnSpPr>
            <a:cxnSpLocks/>
          </p:cNvCxnSpPr>
          <p:nvPr/>
        </p:nvCxnSpPr>
        <p:spPr>
          <a:xfrm>
            <a:off x="8975725" y="2240374"/>
            <a:ext cx="756591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4816E85-5E91-4F47-9BD8-84212D4D89DF}"/>
              </a:ext>
            </a:extLst>
          </p:cNvPr>
          <p:cNvSpPr txBox="1"/>
          <p:nvPr/>
        </p:nvSpPr>
        <p:spPr>
          <a:xfrm>
            <a:off x="8988151" y="1837961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第</a:t>
            </a:r>
            <a:r>
              <a:rPr lang="en-US" altLang="zh-TW" dirty="0">
                <a:solidFill>
                  <a:srgbClr val="FF0000"/>
                </a:solidFill>
              </a:rPr>
              <a:t>3</a:t>
            </a:r>
            <a:r>
              <a:rPr lang="zh-TW" altLang="en-US" dirty="0">
                <a:solidFill>
                  <a:srgbClr val="FF0000"/>
                </a:solidFill>
              </a:rPr>
              <a:t>筆</a:t>
            </a: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265B5F4A-5F23-4EDC-B9BA-76BBF9CB67C4}"/>
              </a:ext>
            </a:extLst>
          </p:cNvPr>
          <p:cNvCxnSpPr/>
          <p:nvPr/>
        </p:nvCxnSpPr>
        <p:spPr>
          <a:xfrm>
            <a:off x="8157369" y="3817409"/>
            <a:ext cx="0" cy="1032933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320115C2-21F9-4ADE-8F46-A30320B7200F}"/>
              </a:ext>
            </a:extLst>
          </p:cNvPr>
          <p:cNvCxnSpPr/>
          <p:nvPr/>
        </p:nvCxnSpPr>
        <p:spPr>
          <a:xfrm>
            <a:off x="8925719" y="3817409"/>
            <a:ext cx="0" cy="1032933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5D747EDA-A777-4266-BDE5-EFF72C98DA34}"/>
              </a:ext>
            </a:extLst>
          </p:cNvPr>
          <p:cNvCxnSpPr/>
          <p:nvPr/>
        </p:nvCxnSpPr>
        <p:spPr>
          <a:xfrm>
            <a:off x="9694069" y="3817409"/>
            <a:ext cx="0" cy="1032933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9FDD5D2-43F5-4DB1-98E2-7EBEC9B4752E}"/>
              </a:ext>
            </a:extLst>
          </p:cNvPr>
          <p:cNvCxnSpPr/>
          <p:nvPr/>
        </p:nvCxnSpPr>
        <p:spPr>
          <a:xfrm>
            <a:off x="10459244" y="3817409"/>
            <a:ext cx="0" cy="1032933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9843898B-F6C5-41F6-AAD5-C7FEB0803D8A}"/>
              </a:ext>
            </a:extLst>
          </p:cNvPr>
          <p:cNvCxnSpPr/>
          <p:nvPr/>
        </p:nvCxnSpPr>
        <p:spPr>
          <a:xfrm>
            <a:off x="11227594" y="3817409"/>
            <a:ext cx="0" cy="1032933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E41416D9-57B8-4C0F-A7E9-7AF22AF75B22}"/>
              </a:ext>
            </a:extLst>
          </p:cNvPr>
          <p:cNvCxnSpPr/>
          <p:nvPr/>
        </p:nvCxnSpPr>
        <p:spPr>
          <a:xfrm>
            <a:off x="11995944" y="3817409"/>
            <a:ext cx="0" cy="1032933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DC36609E-253F-4075-85B6-6D1B4A2EFB20}"/>
              </a:ext>
            </a:extLst>
          </p:cNvPr>
          <p:cNvSpPr txBox="1"/>
          <p:nvPr/>
        </p:nvSpPr>
        <p:spPr>
          <a:xfrm>
            <a:off x="6417796" y="6268232"/>
            <a:ext cx="6072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虛線為每筆最後一位元，該位元為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>
                <a:solidFill>
                  <a:srgbClr val="FF0000"/>
                </a:solidFill>
              </a:rPr>
              <a:t>表示還有資料會傳遞</a:t>
            </a:r>
          </a:p>
        </p:txBody>
      </p:sp>
    </p:spTree>
    <p:extLst>
      <p:ext uri="{BB962C8B-B14F-4D97-AF65-F5344CB8AC3E}">
        <p14:creationId xmlns:p14="http://schemas.microsoft.com/office/powerpoint/2010/main" val="3929933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BB01F5C-DFCD-4D77-B521-A052E2D665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204"/>
          <a:stretch/>
        </p:blipFill>
        <p:spPr>
          <a:xfrm>
            <a:off x="0" y="358225"/>
            <a:ext cx="12192000" cy="2689775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0CC79FFD-D6E8-4898-8A60-2DBD0A1367BD}"/>
              </a:ext>
            </a:extLst>
          </p:cNvPr>
          <p:cNvCxnSpPr>
            <a:cxnSpLocks/>
          </p:cNvCxnSpPr>
          <p:nvPr/>
        </p:nvCxnSpPr>
        <p:spPr>
          <a:xfrm>
            <a:off x="2624138" y="2512366"/>
            <a:ext cx="116092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AF0F9640-2641-4355-A973-7496C8CC7BCD}"/>
              </a:ext>
            </a:extLst>
          </p:cNvPr>
          <p:cNvSpPr txBox="1"/>
          <p:nvPr/>
        </p:nvSpPr>
        <p:spPr>
          <a:xfrm>
            <a:off x="2849117" y="2143034"/>
            <a:ext cx="763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第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>
                <a:solidFill>
                  <a:srgbClr val="FF0000"/>
                </a:solidFill>
              </a:rPr>
              <a:t>筆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4A14D28-6C6A-4DFE-A965-D588A260E72D}"/>
              </a:ext>
            </a:extLst>
          </p:cNvPr>
          <p:cNvCxnSpPr>
            <a:cxnSpLocks/>
          </p:cNvCxnSpPr>
          <p:nvPr/>
        </p:nvCxnSpPr>
        <p:spPr>
          <a:xfrm>
            <a:off x="3785060" y="2512366"/>
            <a:ext cx="1139365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60C2B3B-D7FA-448F-B65C-D409A9B2F12B}"/>
              </a:ext>
            </a:extLst>
          </p:cNvPr>
          <p:cNvSpPr txBox="1"/>
          <p:nvPr/>
        </p:nvSpPr>
        <p:spPr>
          <a:xfrm>
            <a:off x="3973066" y="214303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第</a:t>
            </a:r>
            <a:r>
              <a:rPr lang="en-US" altLang="zh-TW" dirty="0">
                <a:solidFill>
                  <a:srgbClr val="FF0000"/>
                </a:solidFill>
              </a:rPr>
              <a:t>2</a:t>
            </a:r>
            <a:r>
              <a:rPr lang="zh-TW" altLang="en-US" dirty="0">
                <a:solidFill>
                  <a:srgbClr val="FF0000"/>
                </a:solidFill>
              </a:rPr>
              <a:t>筆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6D76B5E1-C3FF-4422-9C1D-D2B1786AFC53}"/>
              </a:ext>
            </a:extLst>
          </p:cNvPr>
          <p:cNvCxnSpPr>
            <a:cxnSpLocks/>
          </p:cNvCxnSpPr>
          <p:nvPr/>
        </p:nvCxnSpPr>
        <p:spPr>
          <a:xfrm>
            <a:off x="4924425" y="2512366"/>
            <a:ext cx="116092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65A801C-0505-4899-A824-2A8B608E56BB}"/>
              </a:ext>
            </a:extLst>
          </p:cNvPr>
          <p:cNvSpPr txBox="1"/>
          <p:nvPr/>
        </p:nvSpPr>
        <p:spPr>
          <a:xfrm>
            <a:off x="5097015" y="2143034"/>
            <a:ext cx="763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第</a:t>
            </a:r>
            <a:r>
              <a:rPr lang="en-US" altLang="zh-TW" dirty="0">
                <a:solidFill>
                  <a:srgbClr val="FF0000"/>
                </a:solidFill>
              </a:rPr>
              <a:t>3</a:t>
            </a:r>
            <a:r>
              <a:rPr lang="zh-TW" altLang="en-US" dirty="0">
                <a:solidFill>
                  <a:srgbClr val="FF0000"/>
                </a:solidFill>
              </a:rPr>
              <a:t>筆</a:t>
            </a:r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4E7C1C24-339D-4559-A123-F14BFFCA7BE9}"/>
              </a:ext>
            </a:extLst>
          </p:cNvPr>
          <p:cNvCxnSpPr>
            <a:cxnSpLocks/>
          </p:cNvCxnSpPr>
          <p:nvPr/>
        </p:nvCxnSpPr>
        <p:spPr>
          <a:xfrm>
            <a:off x="6085347" y="2512366"/>
            <a:ext cx="1125078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5E94984-05E1-49F9-8099-22B2CF3B99FB}"/>
              </a:ext>
            </a:extLst>
          </p:cNvPr>
          <p:cNvSpPr txBox="1"/>
          <p:nvPr/>
        </p:nvSpPr>
        <p:spPr>
          <a:xfrm>
            <a:off x="6273354" y="214303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第</a:t>
            </a:r>
            <a:r>
              <a:rPr lang="en-US" altLang="zh-TW" dirty="0">
                <a:solidFill>
                  <a:srgbClr val="FF0000"/>
                </a:solidFill>
              </a:rPr>
              <a:t>4</a:t>
            </a:r>
            <a:r>
              <a:rPr lang="zh-TW" altLang="en-US" dirty="0">
                <a:solidFill>
                  <a:srgbClr val="FF0000"/>
                </a:solidFill>
              </a:rPr>
              <a:t>筆</a:t>
            </a: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86C1C664-1CCA-4236-AEAB-747E0440098B}"/>
              </a:ext>
            </a:extLst>
          </p:cNvPr>
          <p:cNvCxnSpPr>
            <a:cxnSpLocks/>
          </p:cNvCxnSpPr>
          <p:nvPr/>
        </p:nvCxnSpPr>
        <p:spPr>
          <a:xfrm>
            <a:off x="7210427" y="2512366"/>
            <a:ext cx="116092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661F1FC-119C-45ED-A8FA-78F3DD712388}"/>
              </a:ext>
            </a:extLst>
          </p:cNvPr>
          <p:cNvSpPr txBox="1"/>
          <p:nvPr/>
        </p:nvSpPr>
        <p:spPr>
          <a:xfrm>
            <a:off x="7435406" y="2143034"/>
            <a:ext cx="763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第</a:t>
            </a:r>
            <a:r>
              <a:rPr lang="en-US" altLang="zh-TW" dirty="0">
                <a:solidFill>
                  <a:srgbClr val="FF0000"/>
                </a:solidFill>
              </a:rPr>
              <a:t>5</a:t>
            </a:r>
            <a:r>
              <a:rPr lang="zh-TW" altLang="en-US" dirty="0">
                <a:solidFill>
                  <a:srgbClr val="FF0000"/>
                </a:solidFill>
              </a:rPr>
              <a:t>筆</a:t>
            </a:r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870F5A3F-69F3-4F2C-A5A3-EC9B119995F1}"/>
              </a:ext>
            </a:extLst>
          </p:cNvPr>
          <p:cNvCxnSpPr>
            <a:cxnSpLocks/>
          </p:cNvCxnSpPr>
          <p:nvPr/>
        </p:nvCxnSpPr>
        <p:spPr>
          <a:xfrm>
            <a:off x="8371349" y="2512366"/>
            <a:ext cx="1139365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C2C86A9D-64A9-44B5-AF5F-B6040E72108C}"/>
              </a:ext>
            </a:extLst>
          </p:cNvPr>
          <p:cNvSpPr txBox="1"/>
          <p:nvPr/>
        </p:nvSpPr>
        <p:spPr>
          <a:xfrm>
            <a:off x="8559355" y="214303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第</a:t>
            </a:r>
            <a:r>
              <a:rPr lang="en-US" altLang="zh-TW" dirty="0">
                <a:solidFill>
                  <a:srgbClr val="FF0000"/>
                </a:solidFill>
              </a:rPr>
              <a:t>6</a:t>
            </a:r>
            <a:r>
              <a:rPr lang="zh-TW" altLang="en-US" dirty="0">
                <a:solidFill>
                  <a:srgbClr val="FF0000"/>
                </a:solidFill>
              </a:rPr>
              <a:t>筆</a:t>
            </a:r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FCFC6659-C40E-4C13-AE12-89086B4C69B9}"/>
              </a:ext>
            </a:extLst>
          </p:cNvPr>
          <p:cNvCxnSpPr>
            <a:cxnSpLocks/>
          </p:cNvCxnSpPr>
          <p:nvPr/>
        </p:nvCxnSpPr>
        <p:spPr>
          <a:xfrm>
            <a:off x="9510714" y="2512366"/>
            <a:ext cx="116092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4D31830-4182-4323-94FF-0C162444097D}"/>
              </a:ext>
            </a:extLst>
          </p:cNvPr>
          <p:cNvSpPr txBox="1"/>
          <p:nvPr/>
        </p:nvSpPr>
        <p:spPr>
          <a:xfrm>
            <a:off x="9683304" y="2143034"/>
            <a:ext cx="763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第</a:t>
            </a:r>
            <a:r>
              <a:rPr lang="en-US" altLang="zh-TW" dirty="0">
                <a:solidFill>
                  <a:srgbClr val="FF0000"/>
                </a:solidFill>
              </a:rPr>
              <a:t>7</a:t>
            </a:r>
            <a:r>
              <a:rPr lang="zh-TW" altLang="en-US" dirty="0">
                <a:solidFill>
                  <a:srgbClr val="FF0000"/>
                </a:solidFill>
              </a:rPr>
              <a:t>筆</a:t>
            </a:r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8A96C66C-723E-4015-8AD5-AE676E1021E2}"/>
              </a:ext>
            </a:extLst>
          </p:cNvPr>
          <p:cNvCxnSpPr>
            <a:cxnSpLocks/>
          </p:cNvCxnSpPr>
          <p:nvPr/>
        </p:nvCxnSpPr>
        <p:spPr>
          <a:xfrm>
            <a:off x="10671636" y="2512366"/>
            <a:ext cx="1125078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D9FDE2F8-7513-433C-8068-C344C958F307}"/>
              </a:ext>
            </a:extLst>
          </p:cNvPr>
          <p:cNvSpPr txBox="1"/>
          <p:nvPr/>
        </p:nvSpPr>
        <p:spPr>
          <a:xfrm>
            <a:off x="10859643" y="214303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第</a:t>
            </a:r>
            <a:r>
              <a:rPr lang="en-US" altLang="zh-TW" dirty="0">
                <a:solidFill>
                  <a:srgbClr val="FF0000"/>
                </a:solidFill>
              </a:rPr>
              <a:t>8</a:t>
            </a:r>
            <a:r>
              <a:rPr lang="zh-TW" altLang="en-US" dirty="0">
                <a:solidFill>
                  <a:srgbClr val="FF0000"/>
                </a:solidFill>
              </a:rPr>
              <a:t>筆</a:t>
            </a:r>
          </a:p>
        </p:txBody>
      </p:sp>
      <p:graphicFrame>
        <p:nvGraphicFramePr>
          <p:cNvPr id="36" name="表格 36">
            <a:extLst>
              <a:ext uri="{FF2B5EF4-FFF2-40B4-BE49-F238E27FC236}">
                <a16:creationId xmlns:a16="http://schemas.microsoft.com/office/drawing/2014/main" id="{078EF038-BA29-463A-8596-9154E8E30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545850"/>
              </p:ext>
            </p:extLst>
          </p:nvPr>
        </p:nvGraphicFramePr>
        <p:xfrm>
          <a:off x="1936980" y="3284747"/>
          <a:ext cx="812799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06311236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5419370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85985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第 </a:t>
                      </a:r>
                      <a:r>
                        <a:rPr lang="en-US" altLang="zh-TW" dirty="0"/>
                        <a:t>X </a:t>
                      </a:r>
                      <a:r>
                        <a:rPr lang="zh-TW" altLang="en-US" dirty="0"/>
                        <a:t>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r>
                        <a:rPr lang="zh-TW" altLang="en-US" dirty="0"/>
                        <a:t>進制資料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數值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01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0000_0000_1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016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0000_0011_1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213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0000_0010_1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52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0000_0001_1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5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0000_0100_1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983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0000_0111_1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381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0000_0110_1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816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0000_0101_1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590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0362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AA91CC-1E6B-4E87-B3AC-A5F3A2634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B53116-3587-4F23-908F-322BE3A62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0070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15469</TotalTime>
  <Words>148</Words>
  <Application>Microsoft Office PowerPoint</Application>
  <PresentationFormat>寬螢幕</PresentationFormat>
  <Paragraphs>80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佈景主題</vt:lpstr>
      <vt:lpstr>PowerPoint 簡報</vt:lpstr>
      <vt:lpstr>PID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Bill Zhang_WK</dc:creator>
  <cp:lastModifiedBy>Bill Zhang_WK</cp:lastModifiedBy>
  <cp:revision>19</cp:revision>
  <dcterms:created xsi:type="dcterms:W3CDTF">2026-03-19T07:31:48Z</dcterms:created>
  <dcterms:modified xsi:type="dcterms:W3CDTF">2026-03-30T01:21:32Z</dcterms:modified>
</cp:coreProperties>
</file>